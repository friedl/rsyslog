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Adiscon GmbH – Excellence in Logging &amp; System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Innovative Lösungen aus Großrinderfeld für eine weltweit vernetzte IT-Infrastruktur.</a:t>
            </a:r>
          </a:p>
          <a:p/>
          <a:p>
            <a:r>
              <a:t>Präsentator: [Dein Name/Position]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Firmenprofil Adiscon GmbH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Standort: Großrinderfeld, Deutschland</a:t>
            </a:r>
          </a:p>
          <a:p>
            <a:r>
              <a:t>Historie: Gegründet 1988 durch Rainer Gerhards</a:t>
            </a:r>
          </a:p>
          <a:p>
            <a:r>
              <a:t>Philosophie: Customer-Driven Innovation</a:t>
            </a:r>
          </a:p>
          <a:p>
            <a:r>
              <a:t>Globaler Einfluss: Macher hinter rsyslog (Industriestandard)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Kernprodukt: rsyslog (Open Source)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Extrem schneller, modularer Log-Processing-Dienst</a:t>
            </a:r>
          </a:p>
          <a:p>
            <a:r>
              <a:t>Leistung: &gt; 1 Mio. Nachrichten/Sekunde</a:t>
            </a:r>
          </a:p>
          <a:p>
            <a:r>
              <a:t>Protokolle: Unterstützt RELP für verlustfreie Übertragung</a:t>
            </a:r>
          </a:p>
          <a:p>
            <a:r>
              <a:t>Verbreitung: Standard in fast allen Linux-Distributionen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Windows-Lösungen: WinSyslog &amp; EventReporter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WinSyslog: Erster Syslog-Server für Windows (seit 1996)</a:t>
            </a:r>
          </a:p>
          <a:p>
            <a:r>
              <a:t>EventReporter: Schlankes Monitoring von Windows Event Logs</a:t>
            </a:r>
          </a:p>
          <a:p>
            <a:r>
              <a:t>Fokus: Integration von Windows in heterogene Umgebungen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Enterprise: MonitorWare Agent &amp; Rsyslog Windows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MonitorWare Agent: All-in-One Lösung (Input/Output/Processing)</a:t>
            </a:r>
          </a:p>
          <a:p>
            <a:r>
              <a:t>Rsyslog Windows Agent: Native RELP-Unterstützung für Windows</a:t>
            </a:r>
          </a:p>
          <a:p>
            <a:r>
              <a:t>Einsatz: Hochperformante Serverfarmen &amp; kritische Infrastrukturen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Datenfluss &amp; Produktvernetzung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Rsyslog Windows Agent</a:t>
            </a:r>
          </a:p>
          <a:p>
            <a:pPr>
              <a:defRPr sz="1000"/>
            </a:pPr>
            <a:r>
              <a:t>(Windows Server)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1828800" cy="9144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EventReporter</a:t>
            </a:r>
          </a:p>
          <a:p>
            <a:pPr>
              <a:defRPr sz="1000"/>
            </a:pPr>
            <a:r>
              <a:t>(Windows Clients)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1828800" cy="9144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Linux / Unix</a:t>
            </a:r>
          </a:p>
          <a:p>
            <a:pPr>
              <a:defRPr sz="1000"/>
            </a:pPr>
            <a:r>
              <a:t>(Native Logging)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286000"/>
            <a:ext cx="1828800" cy="1371600"/>
          </a:xfrm>
          <a:prstGeom prst="rect">
            <a:avLst/>
          </a:prstGeom>
          <a:solidFill>
            <a:srgbClr val="CC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rsyslog Server</a:t>
            </a:r>
          </a:p>
          <a:p>
            <a:pPr>
              <a:defRPr sz="1000"/>
            </a:pPr>
            <a:r>
              <a:t>(Zentraler Hub / Linux)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114800"/>
            <a:ext cx="1828800" cy="914400"/>
          </a:xfrm>
          <a:prstGeom prst="rect">
            <a:avLst/>
          </a:prstGeom>
          <a:solidFill>
            <a:srgbClr val="009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WinSyslog</a:t>
            </a:r>
          </a:p>
          <a:p>
            <a:pPr>
              <a:defRPr sz="1000"/>
            </a:pPr>
            <a:r>
              <a:t>(Central Hub / Win)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2514600"/>
            <a:ext cx="1828800" cy="914400"/>
          </a:xfrm>
          <a:prstGeom prst="rect">
            <a:avLst/>
          </a:prstGeom>
          <a:solidFill>
            <a:srgbClr val="FF9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MonitorWare Agent</a:t>
            </a:r>
          </a:p>
          <a:p>
            <a:pPr>
              <a:defRPr sz="1000"/>
            </a:pPr>
            <a:r>
              <a:t>(Analyse / DB / Alarm)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1828800"/>
            <a:ext cx="137160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286000" y="2971800"/>
            <a:ext cx="1371600" cy="228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86000" y="4572000"/>
            <a:ext cx="1371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36576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2971800"/>
            <a:ext cx="1371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60320" y="18288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RELP / TLS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004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Syslog / UDP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743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RELP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 &amp; Vorteile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Skalierbarkeit: Von KMU bis Enterprise</a:t>
            </a:r>
          </a:p>
          <a:p>
            <a:r>
              <a:t>Zuverlässigkeit: Wegbereiter für RELP</a:t>
            </a:r>
          </a:p>
          <a:p>
            <a:r>
              <a:t>Expertise: Direkter Support durch Entwickler</a:t>
            </a:r>
          </a:p>
          <a:p>
            <a:r>
              <a:t>Qualität: Made in Germany (Großrinderfeld)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